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FieldSprout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The AI Marketing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22C55E"/>
                </a:solidFill>
                <a:latin typeface="Calibri"/>
              </a:rPr>
              <a:t>Command Center for Local Pros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7091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One dashboard to run Google Ads, Facebook Ads, and your website —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optimized 24/7 by autonomous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Calibri"/>
              </a:rPr>
              <a:t>Investor Overview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Local service businesses are losing the marketing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32M+ home &amp; field service businesses in the US — most market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542032" cy="3017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542032" cy="1097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084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Wasted ad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0848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20–40% of Google &amp; Facebook budgets are burned on the wrong clicks, with no one watching daily.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377440"/>
            <a:ext cx="2542032" cy="3017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85032" y="2377440"/>
            <a:ext cx="2542032" cy="1097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2697480"/>
            <a:ext cx="2084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Agencies are expensive &amp; opaque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3429000"/>
            <a:ext cx="20848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$1,000–$3,000/mo retainers, slow humans, and reports the owner can't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2377440"/>
            <a:ext cx="2542032" cy="3017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7104" y="2377440"/>
            <a:ext cx="2542032" cy="1097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5704" y="2697480"/>
            <a:ext cx="2084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Tools are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3429000"/>
            <a:ext cx="20848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Ads, social, and website live in separate logins — nothing talks to each other.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9176" y="2377440"/>
            <a:ext cx="2542032" cy="3017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09176" y="2377440"/>
            <a:ext cx="2542032" cy="1097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6" y="2697480"/>
            <a:ext cx="20848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Owners have no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7776" y="3429000"/>
            <a:ext cx="20848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Plumbers and HVAC techs run the business by day; marketing happens never.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The result: </a:t>
            </a:r>
            <a:r>
              <a:rPr sz="1500" b="0">
                <a:solidFill>
                  <a:srgbClr val="475569"/>
                </a:solidFill>
                <a:latin typeface="Calibri"/>
              </a:rPr>
              <a:t>billions in local ad spend wasted every year, and owners who give up on marketing entirely.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FieldSprout is the command center that runs it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Connect your accounts in minutes. AI agents do the rest — continuously.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468880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05456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4144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441448"/>
            <a:ext cx="6400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Link Google Ads, Facebook Ads, and WordPress in under 5 minutes. No setup project, no consultant.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37560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74136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3101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Set your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310128"/>
            <a:ext cx="6400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 guided wizard asks plain-English questions: target cost per lead, monthly budget, growth goal.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42816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7880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AI agents optimize 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178808"/>
            <a:ext cx="6400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Strategic, operational, and tactical agents adjust bids, budgets, keywords, audiences, and content.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074920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11496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04748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You stay 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047488"/>
            <a:ext cx="6400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Plain-English digests, one-tap approvals, and guardrails you set. Cancel the agency.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A three-tier AI agent system — built to scale across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Each new channel plugs in under one strategic brain.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286000"/>
            <a:ext cx="7955279" cy="86868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331720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STRATEGIC  </a:t>
            </a:r>
            <a:r>
              <a:rPr sz="1300" b="0">
                <a:solidFill>
                  <a:srgbClr val="C7D2FE"/>
                </a:solidFill>
                <a:latin typeface="Calibri"/>
              </a:rPr>
              <a:t>· the umbrella over every decision — moves budget to the best-performing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337560"/>
            <a:ext cx="7955279" cy="8686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383280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OPERATIONAL  </a:t>
            </a:r>
            <a:r>
              <a:rPr sz="1300" b="0">
                <a:solidFill>
                  <a:srgbClr val="E0E7FF"/>
                </a:solidFill>
                <a:latin typeface="Calibri"/>
              </a:rPr>
              <a:t>· channel-specific strategy for Google, Facebook, and 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2542032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434840"/>
            <a:ext cx="254203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TACTICAL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4389120"/>
            <a:ext cx="2542032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4434840"/>
            <a:ext cx="254203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TACTICAL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Facebook 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4389120"/>
            <a:ext cx="2542032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4434840"/>
            <a:ext cx="254203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TACTICAL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Website / 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Adaptive cadence: </a:t>
            </a:r>
            <a:r>
              <a:rPr sz="1400" b="0">
                <a:solidFill>
                  <a:srgbClr val="475569"/>
                </a:solidFill>
                <a:latin typeface="Calibri"/>
              </a:rPr>
              <a:t>agents run more often when there's something to fix and back off when an account is steady — keeping cost and API usage low as we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What the owner actually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Powerful enough for a marketer, simple enough for a busy contractor.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46704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5603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23408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Today's Priority cockpit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108960"/>
            <a:ext cx="2889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One screen tells the owner the single most important thing to do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331720"/>
            <a:ext cx="3346704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4296" y="25603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4376" y="2514600"/>
            <a:ext cx="23408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One-tap optimizations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108960"/>
            <a:ext cx="2889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Approve AI recommendations — or let it run on autopilot with guardrails.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331720"/>
            <a:ext cx="3346704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7032" y="25603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2514600"/>
            <a:ext cx="23408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Block junk searches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108960"/>
            <a:ext cx="2889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Plain-English negative keywords stop wasted spend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3346704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4389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343400"/>
            <a:ext cx="23408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Weekly plain-English digest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937760"/>
            <a:ext cx="2889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What changed, what it cost, what's next — no jargon.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4160520"/>
            <a:ext cx="3346704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54296" y="4389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4376" y="4343400"/>
            <a:ext cx="23408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Goal-based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937760"/>
            <a:ext cx="2889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Set a target cost per lead and budget cap; agents respect both.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4160520"/>
            <a:ext cx="3346704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57032" y="4389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4343400"/>
            <a:ext cx="23408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Website + SEO on autopilot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937760"/>
            <a:ext cx="2889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AI writes, refreshes, and optimizes content to win organic leads.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A large, underserved, recurring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Local service is the last big category without great software-led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46704" cy="2286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346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$30B+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346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US local service businesses' annual digital ad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468880"/>
            <a:ext cx="3346704" cy="2286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2743200"/>
            <a:ext cx="3346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$6B+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3657600"/>
            <a:ext cx="3346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4114800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Home &amp; field service SMBs actively running paid 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468880"/>
            <a:ext cx="3346704" cy="2286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2743200"/>
            <a:ext cx="3346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32M+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3657600"/>
            <a:ext cx="3346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Businesses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114800"/>
            <a:ext cx="27980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Home &amp; field service firms in the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Why now: </a:t>
            </a:r>
            <a:r>
              <a:rPr sz="1500" b="0">
                <a:solidFill>
                  <a:srgbClr val="475569"/>
                </a:solidFill>
                <a:latin typeface="Calibri"/>
              </a:rPr>
              <a:t>AI agents can finally deliver agency-quality optimization at software margins — and owners now expect it. Whoever becomes the default command center owns the recurring relationship.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Simple, recurring SaaS — with room to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Self-serve tiers land owners; managed and ad-spend-based plans expand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542032" cy="2834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1993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Audit &amp; grader. Top-of-funnel acquisition.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377440"/>
            <a:ext cx="2542032" cy="2834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260604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306324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$49/mo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3886200"/>
            <a:ext cx="1993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Single channel, AI optimization, guardrails.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2377440"/>
            <a:ext cx="2542032" cy="2834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1424" y="260604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306324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$199/mo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3886200"/>
            <a:ext cx="1993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All channels, autopilot, weekly digests.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9176" y="2377440"/>
            <a:ext cx="2542032" cy="28346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606040"/>
            <a:ext cx="1993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Managed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306324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$249/mo+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6" y="3886200"/>
            <a:ext cx="1993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Done-for-you with human oversight.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Expansion levers: </a:t>
            </a:r>
            <a:r>
              <a:rPr sz="1400" b="0">
                <a:solidFill>
                  <a:srgbClr val="475569"/>
                </a:solidFill>
                <a:latin typeface="Calibri"/>
              </a:rPr>
              <a:t>more channels per account, % of ad spend on managed tiers, and add-ons (call tracking, reviews, website CRO) — driving net revenue retention above 100%.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Why FieldSprout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Defensibility compounds with every account and every channel.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9728" cy="164592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786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Multi-channel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Competitors optimize one channel. Our strategic umbrella moves budget across channels — the owner's whole marketing, not a point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377440"/>
            <a:ext cx="109728" cy="164592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5786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Built for the non-marketer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6324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Plain-English UX and guided setup beat both DIY dashboards and intimidating pro tools for the 32M owners who aren't marketers.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109728" cy="164592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4531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Data &amp; 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3776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Every account teaches the agents what works in each trade and geo — a compounding advantage agencies can't match.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25196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4251960"/>
            <a:ext cx="109728" cy="164592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4531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Software economics vs. agencies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6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Agency-quality outcomes at SaaS margins; we win on price, speed, and transparency simultaneously.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292608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38404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FIELDSPROUT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Where we're headed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From multi-channel ads to the full marketing operating system for local pros.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996696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97180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Google + Facebook Ads and Website/SEO under one AI command center, with guided onboarding and guardrails.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2971800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2044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Add channels: Google Business Profile, Local Services Ads, email &amp; reviews. Deeper autopilot.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971800"/>
            <a:ext cx="320040" cy="32004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4688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730A3"/>
                </a:solidFill>
                <a:latin typeface="Calibr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52044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Full marketing OS: lead-to-booked-job attribution, AI front desk, and benchmarked insights across the network.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FieldSprout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Become the command center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for local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200400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FieldSprout puts every marketing channel for 32M local service businesses under one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AI brain — winning the recurring relationship the agencies can't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4206240" cy="8229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4206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Let's talk  ·  fieldsprout.io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hello@fieldsprout.io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